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iaoqi/Documents/work/yili/ppt-workspace/assets/bg-co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0972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</a:t>
            </a:r>
            <a:pPr algn="ctr" indent="0" marL="0">
              <a:buNone/>
            </a:pPr>
            <a:endParaRPr lang="en-US" sz="4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方法论 · 工具 · 干货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Vibe Coding 到 Spec-Driven Development，重新定义团队效能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200400" y="3566160"/>
            <a:ext cx="2743200" cy="27432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演讲者：sevenxiao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你每周花多少时间在重复性工作上？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1280160"/>
            <a:ext cx="731520" cy="73152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/ &gt;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2560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~8h/周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30175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写CRUD、调试、写测试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100584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28016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6032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60320" y="2560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~6h/周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697480" y="30175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审代码规范、写设计文档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94960" y="1280160"/>
            <a:ext cx="731520" cy="731520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21" name="Text 19"/>
          <p:cNvSpPr/>
          <p:nvPr/>
        </p:nvSpPr>
        <p:spPr>
          <a:xfrm>
            <a:off x="539496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488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2560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~10h/周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92040" y="30175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写需求文档、对齐理解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49440" y="100584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89520" y="1280160"/>
            <a:ext cx="731520" cy="73152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7" name="Text 25"/>
          <p:cNvSpPr/>
          <p:nvPr/>
        </p:nvSpPr>
        <p:spPr>
          <a:xfrm>
            <a:off x="758952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4944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9440" y="2560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~12h/周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086600" y="30175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写测试用例、回归测试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每位团队成员每周平均浪费 15+ 小时在可被AI优化的重复工作上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今天的旅程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554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4320" y="23774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为什么需要AI方法论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21945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011680" y="137160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1554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011680" y="23774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六大方法论全景图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1945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749040" y="137160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3182CE"/>
          </a:solidFill>
          <a:ln/>
        </p:spPr>
      </p:sp>
      <p:sp>
        <p:nvSpPr>
          <p:cNvPr id="16" name="Text 14"/>
          <p:cNvSpPr/>
          <p:nvPr/>
        </p:nvSpPr>
        <p:spPr>
          <a:xfrm>
            <a:off x="3749040" y="1554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749040" y="23774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每个角色的AI超能力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21945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0" y="137160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F6AD55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1554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486400" y="23774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Qoder &amp; QoderWork 实战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21945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223760" y="137160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38A169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1554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223760" y="23774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干货分享 &amp; 立即行动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学完你将获得的 4 项能力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188720"/>
            <a:ext cx="548640" cy="54864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10972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 6 大AI方法论并知道何时使用哪个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201168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20116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能用 Qoder 完成基本的AI辅助开发操作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292608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3017520"/>
            <a:ext cx="548640" cy="54864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2926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掌握至少 3 个可立即应用的 Prompt 模板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3931920"/>
            <a:ext cx="548640" cy="54864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45920" y="38404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为你的角色制定 AI 实践行动计划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iaoqi/Documents/work/yili/ppt-workspace/assets/bg-se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91440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2743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为什么需要AI方法论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914400" y="3383280"/>
            <a:ext cx="1828800" cy="36576"/>
          </a:xfrm>
          <a:prstGeom prst="rect">
            <a:avLst/>
          </a:prstGeom>
          <a:solidFill>
            <a:srgbClr val="F6AD55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2025-2026：AI编程进入"深水区"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7680960" cy="3657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2377440"/>
            <a:ext cx="365760" cy="365760"/>
          </a:xfrm>
          <a:prstGeom prst="ellipse">
            <a:avLst/>
          </a:prstGeom>
          <a:solidFill>
            <a:srgbClr val="A0AEC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463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大规模普及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2377440"/>
            <a:ext cx="365760" cy="36576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1463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34640" y="28346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AI辅助代码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比例超30%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0" y="237744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463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28346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概念诞生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0" y="2377440"/>
            <a:ext cx="365760" cy="365760"/>
          </a:xfrm>
          <a:prstGeom prst="ellipse">
            <a:avLst/>
          </a:prstGeom>
          <a:solidFill>
            <a:srgbClr val="F6AD55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463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28346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全流程AI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3931920"/>
            <a:ext cx="7315200" cy="594360"/>
          </a:xfrm>
          <a:prstGeom prst="roundRect">
            <a:avLst>
              <a:gd name="adj" fmla="val 12308"/>
            </a:avLst>
          </a:prstGeom>
          <a:solidFill>
            <a:srgbClr val="1A365D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397764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Andrej Karpathy（OpenAI联合创始人）2025年提出"Vibe Coding"  |  GitHub AI辅助代码比例超40%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大多数团队还停留在"代码补全"阶段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14400" y="109728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0972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10972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AI驱动全流程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方法论+工具+规范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0" y="1280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今天的目标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28600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3182C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286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2286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AI辅助单点任务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生成代码、写测试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47472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A0AEC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4747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34747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AI代码补全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Tab键自动完成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657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大多数团队在这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痛点矩阵：四种角色的AI困境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00400"/>
                <a:gridCol w="3931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角色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核心痛点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AI能做什么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重复CRUD、调试低效、写测试烦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自然语言生成代码、AI调试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架构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规范落地难、评审耗时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规格驱动一致性、自动审查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需求文档耗时、理解偏差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AI生成PRD、需求结构化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用例编写量大、覆盖不足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AI生成用例、探索性测试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914400" y="4114800"/>
            <a:ext cx="7315200" cy="548640"/>
          </a:xfrm>
          <a:prstGeom prst="roundRect">
            <a:avLst>
              <a:gd name="adj" fmla="val 10000"/>
            </a:avLst>
          </a:prstGeom>
          <a:solidFill>
            <a:srgbClr val="FFF5E6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核心认知：每个角色都有AI可以解决的效率瓶颈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AI不是来替代你的，而是你的"副驾驶"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核心比喻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= 副驾驶（Copilot），你掌方向盘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人机协作生产力 &gt; 纯AI &gt; 纯人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MIT研究：人机协作比纯AI高35%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角色进化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开发：从"写代码"→"审代码、定架构"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BA：从"翻译需求"→"设计体验"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测试：从"执行用例"→"设计策略"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架构：从"手工审查"→"规则驱动"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4114800"/>
            <a:ext cx="6400800" cy="594360"/>
          </a:xfrm>
          <a:prstGeom prst="roundRect">
            <a:avLst>
              <a:gd name="adj" fmla="val 12308"/>
            </a:avLst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1148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你的价值在于：判断力 · 创造力 · 领域知识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iaoqi/Documents/work/yili/ppt-workspace/assets/bg-interact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互动时间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你目前用AI做得最多的事情是什么？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286000" y="219456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2468880" y="21945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代码补全（Tab键）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286000" y="283464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1A365D"/>
          </a:solidFill>
          <a:ln/>
        </p:spPr>
      </p:sp>
      <p:sp>
        <p:nvSpPr>
          <p:cNvPr id="8" name="Text 5"/>
          <p:cNvSpPr/>
          <p:nvPr/>
        </p:nvSpPr>
        <p:spPr>
          <a:xfrm>
            <a:off x="2468880" y="28346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问AI问题（ChatGPT式）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286000" y="347472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1A365D"/>
          </a:solidFill>
          <a:ln/>
        </p:spPr>
      </p:sp>
      <p:sp>
        <p:nvSpPr>
          <p:cNvPr id="10" name="Text 7"/>
          <p:cNvSpPr/>
          <p:nvPr/>
        </p:nvSpPr>
        <p:spPr>
          <a:xfrm>
            <a:off x="2468880" y="34747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生成代码片段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286000" y="411480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1A365D"/>
          </a:solidFill>
          <a:ln/>
        </p:spPr>
      </p:sp>
      <p:sp>
        <p:nvSpPr>
          <p:cNvPr id="12" name="Text 9"/>
          <p:cNvSpPr/>
          <p:nvPr/>
        </p:nvSpPr>
        <p:spPr>
          <a:xfrm>
            <a:off x="2468880" y="41148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还没怎么用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iaoqi/Documents/work/yili/ppt-workspace/assets/bg-se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91440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2743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六大方法论全景图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914400" y="3383280"/>
            <a:ext cx="1828800" cy="36576"/>
          </a:xfrm>
          <a:prstGeom prst="rect">
            <a:avLst/>
          </a:prstGeom>
          <a:solidFill>
            <a:srgbClr val="F6AD55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两大流派：Vibe 系列 vs Spec 系列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5E6"/>
          </a:solidFill>
          <a:ln w="19050">
            <a:solidFill>
              <a:srgbClr val="F6A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系列（创意驱动）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从想法出发，快速原型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自然语言描述意图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迭代探索，速度优先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— 编码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Writing — 文档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Testing — 测试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0" y="2286000"/>
            <a:ext cx="914400" cy="91440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00584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EBF4FF"/>
          </a:solidFill>
          <a:ln w="19050">
            <a:solidFill>
              <a:srgbClr val="3182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系列（规格驱动）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16459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从规格出发，精准实现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结构化的规格文档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规格→计划→任务→实现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Coding — 编码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Requirements — 需求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Testing — 测试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Coding：用"氛围"描述意图，AI来编码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由 Andrej Karpathy（OpenAI联合创始人）2025年提出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55448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核心理念："你描述感觉（vibe），AI写代码"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工作流：描述意图 → AI生成代码 → 审查调整 → 迭代优化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适用场景：快速原型、MVP验证、功能探索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开发效率提升可达 70%，适合80%的常见开发场景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关键成功因素：好的 Prompt = 好的代码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6AD5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适用角色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Writing：AI辅助需求文档和技术写作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AI让文档写作速度提升5倍，质量更结构化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55448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用AI辅助生成和优化各类技术文档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应用场景：PRD生成、技术设计文档、API文档、用户故事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工作流：大纲描述 → AI生成初稿 → 人工审校 → AI优化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文档与代码保持同步，减少信息不对称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文档编写时间：3小时 → 30分钟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适用角色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06640" y="201168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Testing：AI驱动的探索性测试新范式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AI不只帮你写测试用例，还能像真人一样"探索"应用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55448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评估软件的"感觉"——流畅度、响应性、一致性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AI自动发现边界场景和异常路径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自然语言生成测试用例和测试脚本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AI模拟真实用户行为进行探索性测试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测试覆盖率提升40%，缺陷发现率提升25%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38A169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适用角色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Coding：规格驱动的精准代码生成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GitHub Spec Kit — 先写规格，后写代码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55448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核心理念："规格是活的文档，不是一次性产物"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四阶段：Specify → Plan → Tasks → Implement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传统：12小时文档工作 → Spec Kit：15分钟完成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适用场景：团队协作、复杂业务、生产级代码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与Vibe Coding互补：Vibe探索方向，Spec落地实现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适用角色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06640" y="201168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Requirements：需求即规格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让需求文档直接成为可执行的开发规格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55448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需求不再是"写完就扔"的文档，而是指导AI开发的"活规格"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工作流：BA描述需求 → AI生成结构化规格 → 团队评审 → 指导编码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需求→代码的自动追溯，消除"需求理解偏差"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/speckit.specify — 5分钟生成结构化需求规格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/speckit.plan — 5分钟生成技术方案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3182CE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适用角色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06640" y="201168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Testing：规格驱动测试自动化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从规格自动生成测试，实现需求→测试的完整闭环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55448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规格即测试基准——规格描述"应该怎样"，测试验证"是否如此"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三层测试生成：正向场景 + 边界场景 + 异常场景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需求变更 → 测试自动同步更新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与Vibe Testing配合：Spec = 结构化保障，Vibe = 探索性补充</a:t>
            </a:r>
            <a:endParaRPr lang="en-US" sz="14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测试用例编写时间减少60%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38A169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适用角色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06640" y="201168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方法论选择矩阵：什么场景用什么方法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383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场景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推荐方法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快速原型/MVP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Vibe Coding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速度优先，快速验证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生产级功能开发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 Coding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质量优先，精准可控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需求文档编写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Vibe Writing + Spec Req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速度+结构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探索性测试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Vibe Testing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发现未知缺陷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回归测试生成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 Testing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结构化保障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架构规范落地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 + AGENTS.MD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规范即代码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代码审查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Qoder AI Review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自动化审查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iaoqi/Documents/work/yili/ppt-workspace/assets/bg-interact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互动时间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你最想深入了解哪个方法论？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371600" y="256032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F6AD55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0" y="256032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F6AD55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Writing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0" y="256032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F6AD55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Testing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371600" y="338328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3182CE"/>
          </a:solidFill>
          <a:ln/>
        </p:spPr>
      </p:sp>
      <p:sp>
        <p:nvSpPr>
          <p:cNvPr id="12" name="Text 9"/>
          <p:cNvSpPr/>
          <p:nvPr/>
        </p:nvSpPr>
        <p:spPr>
          <a:xfrm>
            <a:off x="1371600" y="3383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Coding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0" y="338328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3182CE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0" y="3383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Requirements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0" y="338328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3182CE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0" y="3383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Testing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iaoqi/Documents/work/yili/ppt-workspace/assets/bg-se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91440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2743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每个角色的AI超能力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914400" y="3383280"/>
            <a:ext cx="1828800" cy="36576"/>
          </a:xfrm>
          <a:prstGeom prst="rect">
            <a:avLst/>
          </a:prstGeom>
          <a:solidFill>
            <a:srgbClr val="F6AD55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开发者：Vibe Coding + Spec Coding 双引擎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3182CE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77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Coding：新功能原型，用自然语言描述意图，AI生成初版代码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Coding：CRUD代码生成，描述实体和操作，AI生成完整代码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Coding：Bug修复，描述现象，AI定位并修复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Coding：复杂业务逻辑，先写Spec，AI精准实现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Coding：团队协作开发，Spec作为共识文档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效率数据：代码编写速度提升50-70%，Bug引入率降低30%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开发者实战：自然语言到完整功能的全流程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3182CE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77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步骤1：用自然语言描述功能需求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步骤2：Qoder自动生成 Controller → Business → DoService → Mapper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步骤3：AI自动遵守 AGENTS.MD 中的分层规范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步骤4：自动生成 DTO 和 Converter（MapStruct）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步骤5：一键生成对应的单元测试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全程5分钟，生成代码符合阿里巴巴编码规范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架构师：Spec-Driven 守护架构一致性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77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 — 把架构规范编码成AI可执行的规则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分层架构强制执行：Controller→Business→DoService→Mapper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命名规范自动检查，依赖关系约束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Coding：架构决策文档化且可追溯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新成员快速上手（AI遵守规范），代码一致性自动保障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效率数据：代码审查时间减少60%，架构违规率降低80%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架构师实战：AGENTS.MD 让AI遵守你的规范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77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 AGENTS.MD 核心配置：项目概览 + 分层规范 + 编码规范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AI自动遵守分层规范：禁止跨层调用、禁止反向调用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Service 纯洁性：禁止 if/SQL/业务逻辑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演示：AI自动拒绝违规代码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配置前后AI行为对比：无规范 → 随意生成 vs 有规范 → 精准生成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一次配置，持续受益，团队共享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BA：从 Vibe Writing 到 Spec Requirements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DD6B2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77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Writing：输入业务场景描述，输出结构化PRD + 验收标准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Requirements：需求直接变成可执行规格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开发不再说"需求不清楚"，需求变更自动追溯到受影响代码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BA角色升级：从"翻译业务→技术文档"到"设计体验→定义规格→AI执行"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文档编写时间：3小时 → 30分钟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需求到代码的完整闭环，消除信息不对称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BA实战：5分钟生成结构化需求规格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DD6B2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77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1：/speckit.specify 实时聊天系统，支持消息历史和在线状态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自动生成 specs/003-chat-system/spec.md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2：/speckit.plan WebSocket + PostgreSQL + Redis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自动生成 plan.md + research.md + data-model.md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3：/speckit.tasks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自动生成可执行任务列表 tasks.md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测试：Vibe Testing + Spec Testing 双保险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38A169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77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Testing：AI模拟用户行为，探索性测试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Testing：AI自动发现边界条件和异常路径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Testing：从需求规格自动生成测试计划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Testing：正向/边界/异常三层用例自动生成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需求变更 → 测试自动同步更新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效率：测试用例编写减少60%，缺陷覆盖率提升40%，回归测试减少70%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测试实战：AI生成测试用例的完整工作流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38A169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77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步骤1：输入功能需求规格或描述测试意图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步骤2：AI自动生成三层测试用例（正向/边界/异常）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步骤3：AI推理边界条件（极值、空值、特殊字符、并发）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步骤4：输出 Given-When-Then 格式的结构化用例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步骤5：一键生成可执行的自动化测试脚本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对比：普通Prompt生成5个用例 vs 结构化Prompt生成15+用例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iaoqi/Documents/work/yili/ppt-workspace/assets/bg-interact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分组讨论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你的角色最大的效率瓶颈是什么？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AI能怎么帮你？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按角色分组，3分钟讨论，每组选代表分享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iaoqi/Documents/work/yili/ppt-workspace/assets/bg-se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91440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2743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Qoder &amp; QoderWork 实战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914400" y="3383280"/>
            <a:ext cx="1828800" cy="36576"/>
          </a:xfrm>
          <a:prstGeom prst="rect">
            <a:avLst/>
          </a:prstGeom>
          <a:solidFill>
            <a:srgbClr val="F6AD55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Qoder 全景：不只是IDE，是AI原生开发平台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097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深度代码感知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理解10万+文件的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大型项目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0058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1097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自主Agent模式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103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从规划到编码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到测试全自动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0058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097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1792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团队规范嵌入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103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+ Skills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Chat：对话式编程</a:t>
            </a:r>
            <a:endParaRPr lang="en-US" sz="12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 Mode：任务自主执行</a:t>
            </a:r>
            <a:endParaRPr lang="en-US" sz="12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RepoWiki：代码库可视化</a:t>
            </a:r>
            <a:endParaRPr lang="en-US" sz="12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Autocomplete：上下文感知补全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1：用Qoder完成一个完整功能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14400" y="1097280"/>
            <a:ext cx="731520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2801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描述需求："创建一个报账单查询接口"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7373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Qoder 自动生成：Controller → Business → DoService → Mapper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1945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自动遵守 AGENTS.MD 分层规范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6517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自动生成 DTO + MapStruct Converter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31089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一键生成单元测试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35661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全程 &lt; 5 分钟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2：AGENTS.MD + Rules 配置实战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14400" y="1097280"/>
            <a:ext cx="731520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2801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AGENTS.MD 核心配置讲解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7373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USER_RULES.MD 个人偏好配置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1945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分层架构规则如何生效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6517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AI自动拒绝违规代码演示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31089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配置前后AI行为对比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35661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一次配置，持续受益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3：AI辅助代码审查和重构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14400" y="1097280"/>
            <a:ext cx="731520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2801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提交代码后 AI 自动审查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7373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AI识别：空指针风险、性能问题、安全漏洞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1945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AI建议重构方案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6517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一键应用重构建议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31089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展示审查报告格式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35661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比人工快10倍，且不会疲劳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QoderWork：团队协作的AI工作流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005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Skill系统：可复用的AI技能库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transform-claim：10步标准化迁移流程</a:t>
            </a:r>
            <a:endParaRPr lang="en-US" sz="12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ppt-persuasion：PPT说服力七步法</a:t>
            </a:r>
            <a:endParaRPr lang="en-US" sz="12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code-inspect：代码审查框架</a:t>
            </a:r>
            <a:endParaRPr lang="en-US" sz="12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自定义：创建你自己的Skill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005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从个人到团队的升级路径</a:t>
            </a:r>
            <a:endParaRPr lang="en-US" sz="14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554480"/>
          <a:ext cx="37490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651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层级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工具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个人级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Qoder IDE + Autocomplete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AGENTS.MD + Rules + Spec Kit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团队级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QoderWork + Skills + 知识库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iaoqi/Documents/work/yili/ppt-workspace/assets/bg-interact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现场体验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跟着做一个小练习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打开 Qoder，用一句话描述一个功能，看AI生成的代码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iaoqi/Documents/work/yili/ppt-workspace/assets/bg-se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91440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2743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干货分享 &amp; 立即行动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914400" y="3383280"/>
            <a:ext cx="1828800" cy="36576"/>
          </a:xfrm>
          <a:prstGeom prst="rect">
            <a:avLst/>
          </a:prstGeom>
          <a:solidFill>
            <a:srgbClr val="F6AD55"/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干货1：10个高效 Prompt 模板（按角色分类）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868680"/>
          <a:ext cx="8778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685800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模板摘要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角色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创建[实体]完整CRUD接口，遵循分层架构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审查代码：空指针、线程安全、性能、资源泄漏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开发/架构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基于业务场景生成结构化需求规格+验收标准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生成正向/边界/异常三层测试用例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重构代码，遵循SOLID原则+设计模式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开发/架构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基于需求规格生成完整技术设计方案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架构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分析代码性能瓶颈，给出优化建议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开发/架构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将旧代码迁移到新框架，保持业务逻辑不变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基于API接口生成完整集成测试脚本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生成架构决策记录(ADR)，说明选型理由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架构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干货2：AGENTS.MD 最佳实践配置模板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一份好的 AGENTS.MD，抵得过 100 次 Code Review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371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项目概览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1371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技术栈、业务领域、模块结构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 分层架构规范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2011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Controller→Business→DoService→Mapper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编码规范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2651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命名、注释、异常处理、日志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291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禁止事项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32918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跨层调用、反射复制、硬编码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931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检查清单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26080" y="3931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每层验证规则、自动检查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干货3：Spec Kit 快速上手 — 15分钟搞定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1：定义功能规格（5分钟）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29844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/speckit.specify &lt;功能描述&gt;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59105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A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自动生成 specs/{feature}/spec.md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17627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2：生成技术方案（5分钟）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468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/speckit.plan &lt;技术约束&gt;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76148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A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自动生成 plan.md + research.md + data-model.md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3：拆分执行任务（5分钟）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63931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/speckit.tasks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9319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A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自动生成 tasks.md（可执行任务列表）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干货4：AI辅助 Code Review 检查清单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411480" cy="41148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07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097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空指针风险检测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029968"/>
            <a:ext cx="411480" cy="41148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0299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1920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线程安全问题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852928"/>
            <a:ext cx="411480" cy="41148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852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7432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性能瓶颈识别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675888"/>
            <a:ext cx="411480" cy="41148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6758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5661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资源泄漏检查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09728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1207008"/>
            <a:ext cx="411480" cy="41148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1207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1097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SQL注入风险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192024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92040" y="2029968"/>
            <a:ext cx="411480" cy="41148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20299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94960" y="1920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架构规范合规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274320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92040" y="2852928"/>
            <a:ext cx="411480" cy="41148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2852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27432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代码重复度分析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干货5：测试用例生成 Prompt 工程秘籍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"为[功能名称]生成测试用例：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39903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前置条件：[条件]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74650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正向场景：[核心业务流程]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09397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边界场景：[极值、空值、特殊字符]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441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异常场景：[网络异常、权限不足、数据不存在]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788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并发场景：[如适用]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1363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输出格式：Given-When-Then"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5E6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结构化Prompt让AI生成的测试用例覆盖率提升3倍（5个 → 15+个）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效率对比：传统方式 vs AI方法论（数据说话）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工作项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传统方式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AI方法论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提升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需求文档编写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3小时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30分钟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8A1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完整功能开发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4小时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8A1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测试用例编写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4小时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40分钟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8A1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代码审查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2小时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15分钟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8A1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技术方案设计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2小时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8A1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全流程文档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12小时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15分钟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6AD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避坑指南：AI辅助开发的6个常见陷阱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E53E3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0789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无脑接受AI代码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必须Review，AI是副驾驶不是自动驾驶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8600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E53E3E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2677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Prompt太模糊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651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用结构化Prompt模板，给足上下文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38328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4747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E53E3E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474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456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忽视安全问题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3840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AI代码需经过安全扫描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09728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E53E3E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66360" y="10789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跳过测试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6636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AI生成的代码更需要测试验证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219456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28600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E53E3E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66360" y="22677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过度依赖AI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2651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保持核心编码能力，理解每行代码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338328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4747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E53E3E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474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66360" y="3456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不设规范约束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66360" y="3840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必须配置AGENTS.MD，约束AI行为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推荐学习路径：从入门到精通的3个阶段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3182CE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阶段1：入门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第1-2周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安装配置Qoder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学习基本Prompt编写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试用Vibe Coding写小功能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108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配置个人USER_RULES.MD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91440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91440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阶段2：进阶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第3-4周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1737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掌握Spec Coding流程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194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配置项目AGENTS.MD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2651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尝试Spec Kit三步走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3108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用AI辅助Code Review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91440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91440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F6AD55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阶段3：精通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2648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第2个月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1737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创建团队Skill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2194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建立AI辅助开发规范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2651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推动团队级AI工作流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3108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持续优化Prompt和Rules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知识图谱：今天学了什么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822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AI辅助开发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286000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697480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97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Writing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108960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108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Testing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520440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520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Coding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931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Requirements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343400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343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Testing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0" y="164592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3182CE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2286000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Qoder IDE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0" y="2697480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697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0" y="3108960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108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Kit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0" y="3520440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3520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Skills系统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164592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6AD55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干货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2286000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Prompt模板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2697480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2697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AGENTS配置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3108960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3108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避坑指南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3520440"/>
            <a:ext cx="21945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3520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学习路径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行动计划：今天做 / 本周做 / 本月做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2743200" cy="54864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97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今天就做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5分钟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安装/更新 Qoder IDE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用第一个Prompt模板写一段代码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914400"/>
            <a:ext cx="274320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097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本周完成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2小时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1920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配置个人 USER_RULES.MD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377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用Spec Kit完成一个小功能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834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尝试 AI Code Review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91440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097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本月目标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1920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配置项目 AGENTS.MD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2377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创建一个团队 Skill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2834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实践 Spec Coding 全流程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推荐资源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0328"/>
            <a:ext cx="5486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AI分享 — 方法论 · 工具 · 干货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Spec Kit: github.com/github/spec-kit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中文社区: github.com/2025Emma/vibe-coding-cn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Qoder IDE: qoder.com/ide</a:t>
            </a:r>
            <a:endParaRPr lang="en-US" sz="13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Optimizer: prompt.always200.com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推荐阅读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《说服力：让你的PPT会说话》— 秋叶</a:t>
            </a:r>
            <a:endParaRPr lang="en-US" sz="12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《金字塔原理》— 逻辑思维训练</a:t>
            </a:r>
            <a:endParaRPr lang="en-US" sz="12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Andrej Karpathy 关于 Vibe Coding 的演讲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iaoqi/Documents/work/yili/ppt-workspace/assets/bg-co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0" y="2560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欢迎提问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657600" y="3200400"/>
            <a:ext cx="1828800" cy="36576"/>
          </a:xfrm>
          <a:prstGeom prst="rect">
            <a:avLst/>
          </a:prstGeom>
          <a:solidFill>
            <a:srgbClr val="F6AD55"/>
          </a:solidFill>
          <a:ln/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xiaoqi/Documents/work/yili/ppt-workspace/assets/bg-thank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097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感谢参与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0" y="21945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AI改变的不是工具，是工作方式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行动从今天开始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200400" y="3200400"/>
            <a:ext cx="2743200" cy="27432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6" name="Text 3"/>
          <p:cNvSpPr/>
          <p:nvPr/>
        </p:nvSpPr>
        <p:spPr>
          <a:xfrm>
            <a:off x="0" y="3474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演讲者：sevenxiao  |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AI分享 — 方法论 · 工具 · 干货</dc:title>
  <dc:subject>PptxGenJS Presentation</dc:subject>
  <dc:creator>sevenxiao</dc:creator>
  <cp:lastModifiedBy>sevenxiao</cp:lastModifiedBy>
  <cp:revision>1</cp:revision>
  <dcterms:created xsi:type="dcterms:W3CDTF">2026-03-07T19:50:31Z</dcterms:created>
  <dcterms:modified xsi:type="dcterms:W3CDTF">2026-03-07T19:50:31Z</dcterms:modified>
</cp:coreProperties>
</file>